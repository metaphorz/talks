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0"/>
  </p:notesMasterIdLst>
  <p:sldIdLst>
    <p:sldId id="256" r:id="rId2"/>
    <p:sldId id="411" r:id="rId3"/>
    <p:sldId id="390" r:id="rId4"/>
    <p:sldId id="407" r:id="rId5"/>
    <p:sldId id="399" r:id="rId6"/>
    <p:sldId id="403" r:id="rId7"/>
    <p:sldId id="413" r:id="rId8"/>
    <p:sldId id="404" r:id="rId9"/>
    <p:sldId id="412" r:id="rId10"/>
    <p:sldId id="405" r:id="rId11"/>
    <p:sldId id="406" r:id="rId12"/>
    <p:sldId id="391" r:id="rId13"/>
    <p:sldId id="392" r:id="rId14"/>
    <p:sldId id="400" r:id="rId15"/>
    <p:sldId id="393" r:id="rId16"/>
    <p:sldId id="415" r:id="rId17"/>
    <p:sldId id="395" r:id="rId18"/>
    <p:sldId id="394" r:id="rId19"/>
    <p:sldId id="396" r:id="rId20"/>
    <p:sldId id="402" r:id="rId21"/>
    <p:sldId id="397" r:id="rId22"/>
    <p:sldId id="398" r:id="rId23"/>
    <p:sldId id="409" r:id="rId24"/>
    <p:sldId id="410" r:id="rId25"/>
    <p:sldId id="414" r:id="rId26"/>
    <p:sldId id="401" r:id="rId27"/>
    <p:sldId id="408" r:id="rId28"/>
    <p:sldId id="416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340"/>
  </p:normalViewPr>
  <p:slideViewPr>
    <p:cSldViewPr snapToGrid="0" snapToObjects="1">
      <p:cViewPr varScale="1">
        <p:scale>
          <a:sx n="121" d="100"/>
          <a:sy n="121" d="100"/>
        </p:scale>
        <p:origin x="189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422F1F-7EEA-8542-B687-5AA0D23FB32F}" type="datetimeFigureOut">
              <a:rPr lang="en-US" smtClean="0"/>
              <a:t>6/17/26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6EE0A5-47B7-194A-82E0-54D9E82948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798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3124200"/>
            <a:ext cx="6477000" cy="1914144"/>
          </a:xfrm>
        </p:spPr>
        <p:txBody>
          <a:bodyPr vert="horz" lIns="45720" tIns="0" rIns="45720" bIns="0" rtlCol="0" anchor="b" anchorCtr="0">
            <a:noAutofit/>
          </a:bodyPr>
          <a:lstStyle>
            <a:lvl1pPr algn="l" defTabSz="914400" rtl="0" eaLnBrk="1" latinLnBrk="0" hangingPunct="1">
              <a:lnSpc>
                <a:spcPts val="5000"/>
              </a:lnSpc>
              <a:spcBef>
                <a:spcPct val="0"/>
              </a:spcBef>
              <a:buNone/>
              <a:defRPr sz="4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800" y="5056632"/>
            <a:ext cx="6477000" cy="1174088"/>
          </a:xfrm>
        </p:spPr>
        <p:txBody>
          <a:bodyPr vert="horz" lIns="91440" tIns="0" rIns="45720" bIns="0" rtlCol="0">
            <a:normAutofit/>
          </a:bodyPr>
          <a:lstStyle>
            <a:lvl1pPr marL="0" indent="0" algn="l" defTabSz="914400" rtl="0" eaLnBrk="1" latinLnBrk="0" hangingPunct="1">
              <a:lnSpc>
                <a:spcPts val="2600"/>
              </a:lnSpc>
              <a:spcBef>
                <a:spcPts val="0"/>
              </a:spcBef>
              <a:buSzPct val="90000"/>
              <a:buFontTx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00216"/>
            <a:ext cx="1984248" cy="274320"/>
          </a:xfr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sz="1100" kern="1200">
                <a:solidFill>
                  <a:schemeClr val="tx1"/>
                </a:solidFill>
                <a:latin typeface="Rockwell" pitchFamily="18" charset="0"/>
                <a:ea typeface="+mn-ea"/>
                <a:cs typeface="+mn-cs"/>
              </a:defRPr>
            </a:lvl1pPr>
          </a:lstStyle>
          <a:p>
            <a:fld id="{2DF66AD8-BC4A-4004-9882-414398D930CA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59352" y="6300216"/>
            <a:ext cx="3813048" cy="274320"/>
          </a:xfr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sz="1100" kern="1200">
                <a:solidFill>
                  <a:schemeClr val="tx1"/>
                </a:solidFill>
                <a:latin typeface="Rockwell" pitchFamily="18" charset="0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300216"/>
            <a:ext cx="685800" cy="274320"/>
          </a:xfr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100" kern="1200">
                <a:solidFill>
                  <a:schemeClr val="tx1"/>
                </a:solidFill>
                <a:latin typeface="Rockwell" pitchFamily="18" charset="0"/>
                <a:ea typeface="+mn-ea"/>
                <a:cs typeface="+mn-cs"/>
              </a:defRPr>
            </a:lvl1pPr>
          </a:lstStyle>
          <a:p>
            <a:fld id="{B9D2C864-9362-43C7-A136-D9C41D93A96D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66AD8-BC4A-4004-9882-414398D930CA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2C864-9362-43C7-A136-D9C41D93A9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Watermark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1122215" y="3200400"/>
            <a:ext cx="8021782" cy="2209800"/>
          </a:xfrm>
        </p:spPr>
        <p:txBody>
          <a:bodyPr wrap="none" lIns="0" tIns="0" rIns="0" bIns="0" anchor="ctr" anchorCtr="0">
            <a:noAutofit/>
          </a:bodyPr>
          <a:lstStyle>
            <a:lvl1pPr marL="0" indent="0" algn="r">
              <a:spcBef>
                <a:spcPts val="0"/>
              </a:spcBef>
              <a:buNone/>
              <a:defRPr sz="12200">
                <a:gradFill>
                  <a:gsLst>
                    <a:gs pos="0">
                      <a:schemeClr val="tx1">
                        <a:alpha val="10000"/>
                      </a:schemeClr>
                    </a:gs>
                    <a:gs pos="100000">
                      <a:schemeClr val="tx1">
                        <a:alpha val="10000"/>
                      </a:schemeClr>
                    </a:gs>
                  </a:gsLst>
                  <a:lin ang="5400000" scaled="0"/>
                </a:gradFill>
                <a:latin typeface="Impact" pitchFamily="34" charset="0"/>
              </a:defRPr>
            </a:lvl1pPr>
            <a:lvl2pPr marL="0" indent="0" algn="r">
              <a:spcBef>
                <a:spcPts val="0"/>
              </a:spcBef>
              <a:buNone/>
              <a:defRPr sz="12200">
                <a:gradFill>
                  <a:gsLst>
                    <a:gs pos="0">
                      <a:schemeClr val="tx1">
                        <a:alpha val="10000"/>
                      </a:schemeClr>
                    </a:gs>
                    <a:gs pos="100000">
                      <a:schemeClr val="tx1">
                        <a:alpha val="10000"/>
                      </a:schemeClr>
                    </a:gs>
                  </a:gsLst>
                  <a:lin ang="5400000" scaled="0"/>
                </a:gradFill>
                <a:latin typeface="Impact" pitchFamily="34" charset="0"/>
              </a:defRPr>
            </a:lvl2pPr>
            <a:lvl3pPr marL="0" indent="0" algn="r">
              <a:spcBef>
                <a:spcPts val="0"/>
              </a:spcBef>
              <a:buNone/>
              <a:defRPr sz="12200">
                <a:gradFill>
                  <a:gsLst>
                    <a:gs pos="0">
                      <a:schemeClr val="tx1">
                        <a:alpha val="10000"/>
                      </a:schemeClr>
                    </a:gs>
                    <a:gs pos="100000">
                      <a:schemeClr val="tx1">
                        <a:alpha val="10000"/>
                      </a:schemeClr>
                    </a:gs>
                  </a:gsLst>
                  <a:lin ang="5400000" scaled="0"/>
                </a:gradFill>
                <a:latin typeface="Impact" pitchFamily="34" charset="0"/>
              </a:defRPr>
            </a:lvl3pPr>
            <a:lvl4pPr marL="0" indent="0" algn="r">
              <a:spcBef>
                <a:spcPts val="0"/>
              </a:spcBef>
              <a:buNone/>
              <a:defRPr sz="12200">
                <a:gradFill>
                  <a:gsLst>
                    <a:gs pos="0">
                      <a:schemeClr val="tx1">
                        <a:alpha val="10000"/>
                      </a:schemeClr>
                    </a:gs>
                    <a:gs pos="100000">
                      <a:schemeClr val="tx1">
                        <a:alpha val="10000"/>
                      </a:schemeClr>
                    </a:gs>
                  </a:gsLst>
                  <a:lin ang="5400000" scaled="0"/>
                </a:gradFill>
                <a:latin typeface="Impact" pitchFamily="34" charset="0"/>
              </a:defRPr>
            </a:lvl4pPr>
            <a:lvl5pPr marL="0" indent="0" algn="r">
              <a:spcBef>
                <a:spcPts val="0"/>
              </a:spcBef>
              <a:buNone/>
              <a:defRPr sz="12200">
                <a:gradFill>
                  <a:gsLst>
                    <a:gs pos="0">
                      <a:schemeClr val="tx1">
                        <a:alpha val="10000"/>
                      </a:schemeClr>
                    </a:gs>
                    <a:gs pos="100000">
                      <a:schemeClr val="tx1">
                        <a:alpha val="10000"/>
                      </a:schemeClr>
                    </a:gs>
                  </a:gsLst>
                  <a:lin ang="5400000" scaled="0"/>
                </a:gradFill>
                <a:latin typeface="Impact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0813" y="3833095"/>
            <a:ext cx="4724400" cy="1209964"/>
          </a:xfrm>
        </p:spPr>
        <p:txBody>
          <a:bodyPr lIns="45720" tIns="0" rIns="45720" bIns="0" anchor="b" anchorCtr="0">
            <a:noAutofit/>
          </a:bodyPr>
          <a:lstStyle>
            <a:lvl1pPr algn="l">
              <a:lnSpc>
                <a:spcPts val="5000"/>
              </a:lnSpc>
              <a:defRPr sz="46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0813" y="5056909"/>
            <a:ext cx="4724400" cy="1156586"/>
          </a:xfrm>
        </p:spPr>
        <p:txBody>
          <a:bodyPr lIns="91440" tIns="0" rIns="45720" bIns="0">
            <a:normAutofit/>
          </a:bodyPr>
          <a:lstStyle>
            <a:lvl1pPr marL="0" indent="0" algn="l">
              <a:lnSpc>
                <a:spcPts val="2600"/>
              </a:lnSpc>
              <a:spcBef>
                <a:spcPct val="0"/>
              </a:spcBef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298744"/>
            <a:ext cx="1981200" cy="273050"/>
          </a:xfrm>
        </p:spPr>
        <p:txBody>
          <a:bodyPr/>
          <a:lstStyle>
            <a:lvl1pPr algn="l">
              <a:defRPr sz="1100">
                <a:latin typeface="Rockwell" pitchFamily="18" charset="0"/>
              </a:defRPr>
            </a:lvl1pPr>
          </a:lstStyle>
          <a:p>
            <a:fld id="{2DF66AD8-BC4A-4004-9882-414398D930CA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400" y="6298744"/>
            <a:ext cx="3810000" cy="27305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64856" y="6312392"/>
            <a:ext cx="685800" cy="265089"/>
          </a:xfrm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Rockwell" pitchFamily="18" charset="0"/>
              </a:defRPr>
            </a:lvl1pPr>
          </a:lstStyle>
          <a:p>
            <a:fld id="{B9D2C864-9362-43C7-A136-D9C41D93A96D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94560"/>
            <a:ext cx="7772400" cy="1362075"/>
          </a:xfrm>
        </p:spPr>
        <p:txBody>
          <a:bodyPr vert="horz" lIns="45720" tIns="0" rIns="45720" bIns="0" rtlCol="0" anchor="b" anchorCtr="0">
            <a:noAutofit/>
          </a:bodyPr>
          <a:lstStyle>
            <a:lvl1pPr algn="l" defTabSz="914400" rtl="0" eaLnBrk="1" latinLnBrk="0" hangingPunct="1">
              <a:lnSpc>
                <a:spcPts val="5000"/>
              </a:lnSpc>
              <a:spcBef>
                <a:spcPct val="0"/>
              </a:spcBef>
              <a:buNone/>
              <a:defRPr sz="4600" b="1" kern="1200" cap="none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557016"/>
            <a:ext cx="7772400" cy="987552"/>
          </a:xfrm>
        </p:spPr>
        <p:txBody>
          <a:bodyPr vert="horz" lIns="91440" tIns="0" rIns="45720" bIns="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SzPct val="90000"/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66AD8-BC4A-4004-9882-414398D930CA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2C864-9362-43C7-A136-D9C41D93A96D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Watermark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712693" y="1689847"/>
            <a:ext cx="8431303" cy="2209800"/>
          </a:xfrm>
        </p:spPr>
        <p:txBody>
          <a:bodyPr wrap="none"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2200">
                <a:gradFill>
                  <a:gsLst>
                    <a:gs pos="0">
                      <a:schemeClr val="tx1">
                        <a:alpha val="10000"/>
                      </a:schemeClr>
                    </a:gs>
                    <a:gs pos="100000">
                      <a:schemeClr val="tx1">
                        <a:alpha val="10000"/>
                      </a:schemeClr>
                    </a:gs>
                  </a:gsLst>
                  <a:lin ang="5400000" scaled="0"/>
                </a:gradFill>
                <a:latin typeface="Impact" pitchFamily="34" charset="0"/>
              </a:defRPr>
            </a:lvl1pPr>
            <a:lvl2pPr marL="0" indent="0" algn="l">
              <a:spcBef>
                <a:spcPts val="0"/>
              </a:spcBef>
              <a:buNone/>
              <a:defRPr sz="12200">
                <a:gradFill>
                  <a:gsLst>
                    <a:gs pos="0">
                      <a:schemeClr val="tx1">
                        <a:alpha val="10000"/>
                      </a:schemeClr>
                    </a:gs>
                    <a:gs pos="100000">
                      <a:schemeClr val="tx1">
                        <a:alpha val="10000"/>
                      </a:schemeClr>
                    </a:gs>
                  </a:gsLst>
                  <a:lin ang="5400000" scaled="0"/>
                </a:gradFill>
                <a:latin typeface="Impact" pitchFamily="34" charset="0"/>
              </a:defRPr>
            </a:lvl2pPr>
            <a:lvl3pPr marL="0" indent="0" algn="l">
              <a:spcBef>
                <a:spcPts val="0"/>
              </a:spcBef>
              <a:buNone/>
              <a:defRPr sz="12200">
                <a:gradFill>
                  <a:gsLst>
                    <a:gs pos="0">
                      <a:schemeClr val="tx1">
                        <a:alpha val="10000"/>
                      </a:schemeClr>
                    </a:gs>
                    <a:gs pos="100000">
                      <a:schemeClr val="tx1">
                        <a:alpha val="10000"/>
                      </a:schemeClr>
                    </a:gs>
                  </a:gsLst>
                  <a:lin ang="5400000" scaled="0"/>
                </a:gradFill>
                <a:latin typeface="Impact" pitchFamily="34" charset="0"/>
              </a:defRPr>
            </a:lvl3pPr>
            <a:lvl4pPr marL="0" indent="0" algn="l">
              <a:spcBef>
                <a:spcPts val="0"/>
              </a:spcBef>
              <a:buNone/>
              <a:defRPr sz="12200">
                <a:gradFill>
                  <a:gsLst>
                    <a:gs pos="0">
                      <a:schemeClr val="tx1">
                        <a:alpha val="10000"/>
                      </a:schemeClr>
                    </a:gs>
                    <a:gs pos="100000">
                      <a:schemeClr val="tx1">
                        <a:alpha val="10000"/>
                      </a:schemeClr>
                    </a:gs>
                  </a:gsLst>
                  <a:lin ang="5400000" scaled="0"/>
                </a:gradFill>
                <a:latin typeface="Impact" pitchFamily="34" charset="0"/>
              </a:defRPr>
            </a:lvl4pPr>
            <a:lvl5pPr marL="0" indent="0" algn="l">
              <a:spcBef>
                <a:spcPts val="0"/>
              </a:spcBef>
              <a:buNone/>
              <a:defRPr sz="12200">
                <a:gradFill>
                  <a:gsLst>
                    <a:gs pos="0">
                      <a:schemeClr val="tx1">
                        <a:alpha val="10000"/>
                      </a:schemeClr>
                    </a:gs>
                    <a:gs pos="100000">
                      <a:schemeClr val="tx1">
                        <a:alpha val="10000"/>
                      </a:schemeClr>
                    </a:gs>
                  </a:gsLst>
                  <a:lin ang="5400000" scaled="0"/>
                </a:gradFill>
                <a:latin typeface="Impact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196353"/>
            <a:ext cx="5334000" cy="1362075"/>
          </a:xfrm>
        </p:spPr>
        <p:txBody>
          <a:bodyPr lIns="45720" tIns="0" rIns="45720" bIns="0" anchor="b" anchorCtr="0"/>
          <a:lstStyle>
            <a:lvl1pPr algn="l">
              <a:lnSpc>
                <a:spcPts val="5000"/>
              </a:lnSpc>
              <a:defRPr sz="4600" b="1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560618"/>
            <a:ext cx="5334000" cy="983087"/>
          </a:xfrm>
        </p:spPr>
        <p:txBody>
          <a:bodyPr tIns="0" rIns="45720" bIns="0" anchor="t" anchorCtr="0"/>
          <a:lstStyle>
            <a:lvl1pPr marL="0" indent="0">
              <a:spcBef>
                <a:spcPct val="0"/>
              </a:spcBef>
              <a:buNone/>
              <a:defRPr sz="2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66AD8-BC4A-4004-9882-414398D930CA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2C864-9362-43C7-A136-D9C41D93A96D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bg>
      <p:bgPr>
        <a:blipFill dpi="0" rotWithShape="1">
          <a:blip r:embed="rId2"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2775" y="4069804"/>
            <a:ext cx="5538788" cy="1162050"/>
          </a:xfrm>
        </p:spPr>
        <p:txBody>
          <a:bodyPr tIns="0" bIns="0" anchor="b"/>
          <a:lstStyle>
            <a:lvl1pPr algn="l">
              <a:lnSpc>
                <a:spcPts val="4600"/>
              </a:lnSpc>
              <a:defRPr sz="4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3" name="Group 8"/>
          <p:cNvGrpSpPr/>
          <p:nvPr/>
        </p:nvGrpSpPr>
        <p:grpSpPr>
          <a:xfrm rot="21240000">
            <a:off x="654352" y="445180"/>
            <a:ext cx="5416247" cy="3630168"/>
            <a:chOff x="1524000" y="381000"/>
            <a:chExt cx="3657600" cy="4737978"/>
          </a:xfrm>
        </p:grpSpPr>
        <p:sp>
          <p:nvSpPr>
            <p:cNvPr id="10" name="Rectangle 9"/>
            <p:cNvSpPr/>
            <p:nvPr userDrawn="1"/>
          </p:nvSpPr>
          <p:spPr>
            <a:xfrm>
              <a:off x="1524000" y="381000"/>
              <a:ext cx="3657600" cy="4724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1524000" y="381000"/>
              <a:ext cx="3657600" cy="4737978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5000">
                  <a:schemeClr val="bg1">
                    <a:alpha val="75000"/>
                  </a:schemeClr>
                </a:gs>
                <a:gs pos="100000">
                  <a:schemeClr val="bg1"/>
                </a:gs>
                <a:gs pos="100000">
                  <a:schemeClr val="bg1"/>
                </a:gs>
              </a:gsLst>
              <a:path path="rect">
                <a:fillToRect r="100000" b="100000"/>
              </a:path>
              <a:tileRect l="-100000" t="-100000"/>
            </a:gradFill>
            <a:ln>
              <a:noFill/>
            </a:ln>
            <a:effectLst>
              <a:innerShdw blurRad="190500" dist="88900" dir="13500000">
                <a:schemeClr val="bg1">
                  <a:lumMod val="65000"/>
                  <a:alpha val="25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Picture Placeholder 9"/>
          <p:cNvSpPr>
            <a:spLocks noGrp="1"/>
          </p:cNvSpPr>
          <p:nvPr>
            <p:ph type="pic" sz="quarter" idx="15"/>
          </p:nvPr>
        </p:nvSpPr>
        <p:spPr>
          <a:xfrm rot="21240000">
            <a:off x="857677" y="632632"/>
            <a:ext cx="5009597" cy="3255264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58117" y="5230906"/>
            <a:ext cx="5532958" cy="865093"/>
          </a:xfrm>
        </p:spPr>
        <p:txBody>
          <a:bodyPr/>
          <a:lstStyle>
            <a:lvl1pPr marL="0" indent="0">
              <a:spcBef>
                <a:spcPct val="0"/>
              </a:spcBef>
              <a:buNone/>
              <a:defRPr sz="2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66AD8-BC4A-4004-9882-414398D930CA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2C864-9362-43C7-A136-D9C41D93A9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735139"/>
            <a:ext cx="3566160" cy="4056062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290763" indent="-344488">
              <a:defRPr sz="1800"/>
            </a:lvl6pPr>
            <a:lvl7pPr marL="2290763" indent="-344488">
              <a:defRPr sz="1800"/>
            </a:lvl7pPr>
            <a:lvl8pPr marL="2290763" indent="-344488">
              <a:defRPr sz="1800"/>
            </a:lvl8pPr>
            <a:lvl9pPr marL="2290763" indent="-344488"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35139"/>
            <a:ext cx="3566160" cy="4056062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290763" indent="-344488">
              <a:defRPr sz="1800"/>
            </a:lvl6pPr>
            <a:lvl7pPr marL="2290763" indent="-344488">
              <a:defRPr sz="1800"/>
            </a:lvl7pPr>
            <a:lvl8pPr marL="2290763" indent="-344488">
              <a:defRPr sz="1800"/>
            </a:lvl8pPr>
            <a:lvl9pPr marL="2290763" indent="-344488"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66AD8-BC4A-4004-9882-414398D930CA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2C864-9362-43C7-A136-D9C41D93A9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326" y="1419366"/>
            <a:ext cx="3200400" cy="584035"/>
          </a:xfrm>
        </p:spPr>
        <p:txBody>
          <a:bodyPr anchor="b"/>
          <a:lstStyle>
            <a:lvl1pPr marL="0" indent="0" algn="ctr">
              <a:spcBef>
                <a:spcPct val="0"/>
              </a:spcBef>
              <a:buNone/>
              <a:defRPr sz="2200" b="0">
                <a:solidFill>
                  <a:schemeClr val="tx2">
                    <a:lumMod val="60000"/>
                    <a:lumOff val="40000"/>
                  </a:schemeClr>
                </a:solidFill>
                <a:latin typeface="Impact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7367" y="2174875"/>
            <a:ext cx="3566160" cy="3616325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2290763" indent="-344488">
              <a:defRPr sz="1600"/>
            </a:lvl6pPr>
            <a:lvl7pPr marL="2290763" indent="-344488">
              <a:defRPr sz="1600"/>
            </a:lvl7pPr>
            <a:lvl8pPr marL="2290763" indent="-344488">
              <a:defRPr sz="1600"/>
            </a:lvl8pPr>
            <a:lvl9pPr marL="2290763" indent="-344488"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30247" y="1419366"/>
            <a:ext cx="3200400" cy="584035"/>
          </a:xfrm>
        </p:spPr>
        <p:txBody>
          <a:bodyPr anchor="b"/>
          <a:lstStyle>
            <a:lvl1pPr marL="0" indent="0" algn="ctr">
              <a:spcBef>
                <a:spcPct val="0"/>
              </a:spcBef>
              <a:buNone/>
              <a:defRPr sz="2200" b="0">
                <a:solidFill>
                  <a:schemeClr val="tx2">
                    <a:lumMod val="60000"/>
                    <a:lumOff val="40000"/>
                  </a:schemeClr>
                </a:solidFill>
                <a:latin typeface="Impact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6514" y="2174875"/>
            <a:ext cx="3566160" cy="3616325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2290763" indent="-344488">
              <a:defRPr sz="1600"/>
            </a:lvl6pPr>
            <a:lvl7pPr marL="2290763" indent="-344488">
              <a:defRPr sz="1600"/>
            </a:lvl7pPr>
            <a:lvl8pPr marL="2290763" indent="-344488">
              <a:defRPr sz="1600"/>
            </a:lvl8pPr>
            <a:lvl9pPr marL="2290763" indent="-344488"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66AD8-BC4A-4004-9882-414398D930CA}" type="datetimeFigureOut">
              <a:rPr lang="en-US" smtClean="0"/>
              <a:t>6/17/26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2C864-9362-43C7-A136-D9C41D93A96D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 descr="Comparison-Unde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039" y="1897040"/>
            <a:ext cx="3228975" cy="142875"/>
          </a:xfrm>
          <a:prstGeom prst="rect">
            <a:avLst/>
          </a:prstGeom>
        </p:spPr>
      </p:pic>
      <p:pic>
        <p:nvPicPr>
          <p:cNvPr id="13" name="Picture 12" descr="Comparison-Unde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5960" y="1897040"/>
            <a:ext cx="3228975" cy="142875"/>
          </a:xfrm>
          <a:prstGeom prst="rect">
            <a:avLst/>
          </a:prstGeom>
        </p:spPr>
      </p:pic>
      <p:pic>
        <p:nvPicPr>
          <p:cNvPr id="12" name="Picture 11" descr="Comparison-Unde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039" y="1897040"/>
            <a:ext cx="3228975" cy="142875"/>
          </a:xfrm>
          <a:prstGeom prst="rect">
            <a:avLst/>
          </a:prstGeom>
        </p:spPr>
      </p:pic>
      <p:pic>
        <p:nvPicPr>
          <p:cNvPr id="14" name="Picture 13" descr="Comparison-Unde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5960" y="1897040"/>
            <a:ext cx="3228975" cy="1428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, Top and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735138"/>
            <a:ext cx="7315200" cy="1920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66AD8-BC4A-4004-9882-414398D930CA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2C864-9362-43C7-A136-D9C41D93A96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2"/>
          <p:cNvSpPr>
            <a:spLocks noGrp="1"/>
          </p:cNvSpPr>
          <p:nvPr>
            <p:ph sz="half" idx="13"/>
          </p:nvPr>
        </p:nvSpPr>
        <p:spPr>
          <a:xfrm>
            <a:off x="914400" y="3870960"/>
            <a:ext cx="7315200" cy="1920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66AD8-BC4A-4004-9882-414398D930CA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2C864-9362-43C7-A136-D9C41D93A96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2"/>
          <p:cNvSpPr>
            <a:spLocks noGrp="1"/>
          </p:cNvSpPr>
          <p:nvPr>
            <p:ph sz="half" idx="14"/>
          </p:nvPr>
        </p:nvSpPr>
        <p:spPr>
          <a:xfrm>
            <a:off x="4645152" y="1735138"/>
            <a:ext cx="3566160" cy="1920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290763" indent="-344488">
              <a:tabLst/>
              <a:defRPr sz="1800"/>
            </a:lvl6pPr>
            <a:lvl7pPr marL="2290763" indent="-344488">
              <a:tabLst/>
              <a:defRPr sz="1800"/>
            </a:lvl7pPr>
            <a:lvl8pPr marL="2290763" indent="-344488">
              <a:tabLst/>
              <a:defRPr sz="1800"/>
            </a:lvl8pPr>
            <a:lvl9pPr marL="2290763" indent="-344488">
              <a:tabLst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2" name="Content Placeholder 2"/>
          <p:cNvSpPr>
            <a:spLocks noGrp="1"/>
          </p:cNvSpPr>
          <p:nvPr>
            <p:ph sz="half" idx="15"/>
          </p:nvPr>
        </p:nvSpPr>
        <p:spPr>
          <a:xfrm>
            <a:off x="4645152" y="3870960"/>
            <a:ext cx="3566160" cy="1920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290763" indent="-344488">
              <a:defRPr sz="1800"/>
            </a:lvl6pPr>
            <a:lvl7pPr marL="2290763" indent="-344488">
              <a:defRPr sz="1800"/>
            </a:lvl7pPr>
            <a:lvl8pPr marL="2290763" indent="-344488">
              <a:defRPr sz="1800"/>
            </a:lvl8pPr>
            <a:lvl9pPr marL="2290763" indent="-344488"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735139"/>
            <a:ext cx="3566160" cy="4056062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290763" indent="-344488">
              <a:defRPr sz="1800"/>
            </a:lvl6pPr>
            <a:lvl7pPr marL="2290763" indent="-344488">
              <a:defRPr sz="1800"/>
            </a:lvl7pPr>
            <a:lvl8pPr marL="2290763" indent="-344488">
              <a:defRPr sz="1800"/>
            </a:lvl8pPr>
            <a:lvl9pPr marL="2290763" indent="-344488"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735138"/>
            <a:ext cx="3566160" cy="1920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290763" indent="-344488">
              <a:defRPr sz="1800"/>
            </a:lvl6pPr>
            <a:lvl7pPr marL="2290763" indent="-344488">
              <a:defRPr sz="1800"/>
            </a:lvl7pPr>
            <a:lvl8pPr marL="2290763" indent="-344488">
              <a:defRPr sz="1800"/>
            </a:lvl8pPr>
            <a:lvl9pPr marL="2290763" indent="-344488"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66AD8-BC4A-4004-9882-414398D930CA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2C864-9362-43C7-A136-D9C41D93A96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2"/>
          <p:cNvSpPr>
            <a:spLocks noGrp="1"/>
          </p:cNvSpPr>
          <p:nvPr>
            <p:ph sz="half" idx="13"/>
          </p:nvPr>
        </p:nvSpPr>
        <p:spPr>
          <a:xfrm>
            <a:off x="914400" y="3870960"/>
            <a:ext cx="3566160" cy="1920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290763" indent="-344488">
              <a:defRPr sz="1800"/>
            </a:lvl6pPr>
            <a:lvl7pPr marL="2290763" indent="-344488">
              <a:defRPr sz="1800"/>
            </a:lvl7pPr>
            <a:lvl8pPr marL="2290763" indent="-344488">
              <a:defRPr sz="1800"/>
            </a:lvl8pPr>
            <a:lvl9pPr marL="2290763" indent="-344488"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1" name="Content Placeholder 2"/>
          <p:cNvSpPr>
            <a:spLocks noGrp="1"/>
          </p:cNvSpPr>
          <p:nvPr>
            <p:ph sz="half" idx="14"/>
          </p:nvPr>
        </p:nvSpPr>
        <p:spPr>
          <a:xfrm>
            <a:off x="4645152" y="1735138"/>
            <a:ext cx="3566160" cy="1920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290763" indent="-344488">
              <a:defRPr sz="1800"/>
            </a:lvl6pPr>
            <a:lvl7pPr marL="2290763" indent="-344488">
              <a:defRPr sz="1800"/>
            </a:lvl7pPr>
            <a:lvl8pPr marL="2290763" indent="-344488">
              <a:defRPr sz="1800"/>
            </a:lvl8pPr>
            <a:lvl9pPr marL="2290763" indent="-344488"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2" name="Content Placeholder 2"/>
          <p:cNvSpPr>
            <a:spLocks noGrp="1"/>
          </p:cNvSpPr>
          <p:nvPr>
            <p:ph sz="half" idx="15"/>
          </p:nvPr>
        </p:nvSpPr>
        <p:spPr>
          <a:xfrm>
            <a:off x="4645152" y="3870960"/>
            <a:ext cx="3566160" cy="1920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290763" indent="-344488">
              <a:defRPr sz="1800"/>
            </a:lvl6pPr>
            <a:lvl7pPr marL="2290763" indent="-344488">
              <a:defRPr sz="1800"/>
            </a:lvl7pPr>
            <a:lvl8pPr marL="2290763" indent="-344488">
              <a:defRPr sz="1800"/>
            </a:lvl8pPr>
            <a:lvl9pPr marL="2290763" indent="-344488"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66AD8-BC4A-4004-9882-414398D930CA}" type="datetimeFigureOut">
              <a:rPr lang="en-US" smtClean="0"/>
              <a:t>6/17/26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2C864-9362-43C7-A136-D9C41D93A9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66AD8-BC4A-4004-9882-414398D930CA}" type="datetimeFigureOut">
              <a:rPr lang="en-US" smtClean="0"/>
              <a:t>6/17/26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2C864-9362-43C7-A136-D9C41D93A9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690048"/>
            <a:ext cx="3563938" cy="1162050"/>
          </a:xfrm>
        </p:spPr>
        <p:txBody>
          <a:bodyPr tIns="0" bIns="0" anchor="b"/>
          <a:lstStyle>
            <a:lvl1pPr algn="l">
              <a:lnSpc>
                <a:spcPts val="4600"/>
              </a:lnSpc>
              <a:defRPr sz="42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67250" y="368490"/>
            <a:ext cx="3566160" cy="5627498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 marL="2290763" indent="-344488">
              <a:defRPr sz="2000"/>
            </a:lvl7pPr>
            <a:lvl8pPr marL="2290763" indent="-344488">
              <a:defRPr sz="2000"/>
            </a:lvl8pPr>
            <a:lvl9pPr marL="2290763" indent="-344488"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398" y="2866030"/>
            <a:ext cx="3563938" cy="2163171"/>
          </a:xfrm>
        </p:spPr>
        <p:txBody>
          <a:bodyPr/>
          <a:lstStyle>
            <a:lvl1pPr marL="0" indent="0">
              <a:spcBef>
                <a:spcPts val="600"/>
              </a:spcBef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66AD8-BC4A-4004-9882-414398D930CA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2C864-9362-43C7-A136-D9C41D93A9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17546" y="1524000"/>
            <a:ext cx="3566160" cy="1162050"/>
          </a:xfrm>
        </p:spPr>
        <p:txBody>
          <a:bodyPr tIns="0" bIns="0" anchor="b"/>
          <a:lstStyle>
            <a:lvl1pPr algn="l">
              <a:lnSpc>
                <a:spcPts val="4600"/>
              </a:lnSpc>
              <a:defRPr sz="42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17544" y="2699982"/>
            <a:ext cx="3566160" cy="2163171"/>
          </a:xfrm>
        </p:spPr>
        <p:txBody>
          <a:bodyPr/>
          <a:lstStyle>
            <a:lvl1pPr marL="0" indent="0">
              <a:spcBef>
                <a:spcPts val="600"/>
              </a:spcBef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66AD8-BC4A-4004-9882-414398D930CA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2C864-9362-43C7-A136-D9C41D93A96D}" type="slidenum">
              <a:rPr lang="en-US" smtClean="0"/>
              <a:t>‹#›</a:t>
            </a:fld>
            <a:endParaRPr lang="en-US"/>
          </a:p>
        </p:txBody>
      </p:sp>
      <p:grpSp>
        <p:nvGrpSpPr>
          <p:cNvPr id="3" name="Group 7"/>
          <p:cNvGrpSpPr/>
          <p:nvPr/>
        </p:nvGrpSpPr>
        <p:grpSpPr>
          <a:xfrm rot="21421631">
            <a:off x="629028" y="505650"/>
            <a:ext cx="3850925" cy="5516274"/>
            <a:chOff x="1524000" y="381000"/>
            <a:chExt cx="3657600" cy="4737978"/>
          </a:xfrm>
        </p:grpSpPr>
        <p:sp>
          <p:nvSpPr>
            <p:cNvPr id="10" name="Rectangle 9"/>
            <p:cNvSpPr/>
            <p:nvPr userDrawn="1"/>
          </p:nvSpPr>
          <p:spPr>
            <a:xfrm>
              <a:off x="1524000" y="381000"/>
              <a:ext cx="3657600" cy="4724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1524000" y="381000"/>
              <a:ext cx="3657600" cy="4737978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5000">
                  <a:schemeClr val="bg1">
                    <a:alpha val="75000"/>
                  </a:schemeClr>
                </a:gs>
                <a:gs pos="100000">
                  <a:schemeClr val="bg1"/>
                </a:gs>
                <a:gs pos="100000">
                  <a:schemeClr val="bg1"/>
                </a:gs>
              </a:gsLst>
              <a:path path="rect">
                <a:fillToRect r="100000" b="100000"/>
              </a:path>
              <a:tileRect l="-100000" t="-100000"/>
            </a:gradFill>
            <a:ln>
              <a:noFill/>
            </a:ln>
            <a:effectLst>
              <a:innerShdw blurRad="190500" dist="88900" dir="13500000">
                <a:schemeClr val="bg1">
                  <a:lumMod val="65000"/>
                  <a:alpha val="25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Picture Placeholder 9"/>
          <p:cNvSpPr>
            <a:spLocks noGrp="1"/>
          </p:cNvSpPr>
          <p:nvPr>
            <p:ph type="pic" sz="quarter" idx="14"/>
          </p:nvPr>
        </p:nvSpPr>
        <p:spPr>
          <a:xfrm rot="21421631">
            <a:off x="808793" y="667560"/>
            <a:ext cx="3468664" cy="5124723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13"/>
          <p:cNvGrpSpPr/>
          <p:nvPr/>
        </p:nvGrpSpPr>
        <p:grpSpPr>
          <a:xfrm rot="21214351">
            <a:off x="313409" y="3520798"/>
            <a:ext cx="4088024" cy="3026020"/>
            <a:chOff x="1524000" y="381000"/>
            <a:chExt cx="3657600" cy="4737978"/>
          </a:xfrm>
        </p:grpSpPr>
        <p:sp>
          <p:nvSpPr>
            <p:cNvPr id="15" name="Rectangle 14"/>
            <p:cNvSpPr/>
            <p:nvPr userDrawn="1"/>
          </p:nvSpPr>
          <p:spPr>
            <a:xfrm>
              <a:off x="1524000" y="381000"/>
              <a:ext cx="3657600" cy="4724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1524000" y="381000"/>
              <a:ext cx="3657600" cy="4737978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5000">
                  <a:schemeClr val="bg1">
                    <a:alpha val="75000"/>
                  </a:schemeClr>
                </a:gs>
                <a:gs pos="100000">
                  <a:schemeClr val="bg1"/>
                </a:gs>
                <a:gs pos="100000">
                  <a:schemeClr val="bg1"/>
                </a:gs>
              </a:gsLst>
              <a:path path="rect">
                <a:fillToRect r="100000" b="100000"/>
              </a:path>
              <a:tileRect l="-100000" t="-100000"/>
            </a:gradFill>
            <a:ln>
              <a:noFill/>
            </a:ln>
            <a:effectLst>
              <a:innerShdw blurRad="190500" dist="88900" dir="13500000">
                <a:schemeClr val="bg1">
                  <a:lumMod val="65000"/>
                  <a:alpha val="25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7" name="Picture Placeholder 9"/>
          <p:cNvSpPr>
            <a:spLocks noGrp="1"/>
          </p:cNvSpPr>
          <p:nvPr>
            <p:ph type="pic" sz="quarter" idx="16"/>
          </p:nvPr>
        </p:nvSpPr>
        <p:spPr>
          <a:xfrm rot="21214351">
            <a:off x="491057" y="3682579"/>
            <a:ext cx="3704109" cy="2697083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Drag picture to placeholder or click icon to add</a:t>
            </a:r>
            <a:endParaRPr/>
          </a:p>
        </p:txBody>
      </p:sp>
      <p:grpSp>
        <p:nvGrpSpPr>
          <p:cNvPr id="8" name="Group 9"/>
          <p:cNvGrpSpPr/>
          <p:nvPr/>
        </p:nvGrpSpPr>
        <p:grpSpPr>
          <a:xfrm rot="232774">
            <a:off x="169481" y="241256"/>
            <a:ext cx="4088024" cy="3026020"/>
            <a:chOff x="1524000" y="381000"/>
            <a:chExt cx="3657600" cy="4737978"/>
          </a:xfrm>
        </p:grpSpPr>
        <p:sp>
          <p:nvSpPr>
            <p:cNvPr id="11" name="Rectangle 10"/>
            <p:cNvSpPr/>
            <p:nvPr userDrawn="1"/>
          </p:nvSpPr>
          <p:spPr>
            <a:xfrm>
              <a:off x="1524000" y="381000"/>
              <a:ext cx="3657600" cy="4724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1524000" y="381000"/>
              <a:ext cx="3657600" cy="4737978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5000">
                  <a:schemeClr val="bg1">
                    <a:alpha val="75000"/>
                  </a:schemeClr>
                </a:gs>
                <a:gs pos="100000">
                  <a:schemeClr val="bg1"/>
                </a:gs>
                <a:gs pos="100000">
                  <a:schemeClr val="bg1"/>
                </a:gs>
              </a:gsLst>
              <a:path path="rect">
                <a:fillToRect r="100000" b="100000"/>
              </a:path>
              <a:tileRect l="-100000" t="-100000"/>
            </a:gradFill>
            <a:ln>
              <a:noFill/>
            </a:ln>
            <a:effectLst>
              <a:innerShdw blurRad="190500" dist="88900" dir="13500000">
                <a:schemeClr val="bg1">
                  <a:lumMod val="65000"/>
                  <a:alpha val="25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Picture Placeholder 9"/>
          <p:cNvSpPr>
            <a:spLocks noGrp="1"/>
          </p:cNvSpPr>
          <p:nvPr>
            <p:ph type="pic" sz="quarter" idx="15"/>
          </p:nvPr>
        </p:nvSpPr>
        <p:spPr>
          <a:xfrm rot="232774">
            <a:off x="347129" y="403037"/>
            <a:ext cx="3704109" cy="2697083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Drag picture to placeholder or click icon to add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13434" y="1524000"/>
            <a:ext cx="3566160" cy="1162050"/>
          </a:xfrm>
        </p:spPr>
        <p:txBody>
          <a:bodyPr tIns="0" bIns="0" anchor="b"/>
          <a:lstStyle>
            <a:lvl1pPr algn="l">
              <a:lnSpc>
                <a:spcPts val="4600"/>
              </a:lnSpc>
              <a:defRPr sz="42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13432" y="2699982"/>
            <a:ext cx="3566160" cy="2163171"/>
          </a:xfrm>
        </p:spPr>
        <p:txBody>
          <a:bodyPr/>
          <a:lstStyle>
            <a:lvl1pPr marL="0" indent="0">
              <a:spcBef>
                <a:spcPts val="600"/>
              </a:spcBef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66AD8-BC4A-4004-9882-414398D930CA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2C864-9362-43C7-A136-D9C41D93A9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762374"/>
            <a:ext cx="7315200" cy="1162050"/>
          </a:xfrm>
        </p:spPr>
        <p:txBody>
          <a:bodyPr tIns="0" bIns="0" anchor="b"/>
          <a:lstStyle>
            <a:lvl1pPr algn="l">
              <a:lnSpc>
                <a:spcPts val="46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3" name="Group 8"/>
          <p:cNvGrpSpPr/>
          <p:nvPr/>
        </p:nvGrpSpPr>
        <p:grpSpPr>
          <a:xfrm rot="232774">
            <a:off x="2059282" y="379100"/>
            <a:ext cx="5031327" cy="3443312"/>
            <a:chOff x="1524000" y="381000"/>
            <a:chExt cx="3657600" cy="4737978"/>
          </a:xfrm>
        </p:grpSpPr>
        <p:sp>
          <p:nvSpPr>
            <p:cNvPr id="10" name="Rectangle 9"/>
            <p:cNvSpPr/>
            <p:nvPr userDrawn="1"/>
          </p:nvSpPr>
          <p:spPr>
            <a:xfrm>
              <a:off x="1524000" y="381000"/>
              <a:ext cx="3657600" cy="4724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1524000" y="381000"/>
              <a:ext cx="3657600" cy="4737978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5000">
                  <a:schemeClr val="bg1">
                    <a:alpha val="75000"/>
                  </a:schemeClr>
                </a:gs>
                <a:gs pos="100000">
                  <a:schemeClr val="bg1"/>
                </a:gs>
                <a:gs pos="100000">
                  <a:schemeClr val="bg1"/>
                </a:gs>
              </a:gsLst>
              <a:path path="rect">
                <a:fillToRect r="100000" b="100000"/>
              </a:path>
              <a:tileRect l="-100000" t="-100000"/>
            </a:gradFill>
            <a:ln>
              <a:noFill/>
            </a:ln>
            <a:effectLst>
              <a:innerShdw blurRad="190500" dist="88900" dir="13500000">
                <a:schemeClr val="bg1">
                  <a:lumMod val="65000"/>
                  <a:alpha val="25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928736"/>
            <a:ext cx="7315200" cy="987970"/>
          </a:xfrm>
        </p:spPr>
        <p:txBody>
          <a:bodyPr/>
          <a:lstStyle>
            <a:lvl1pPr marL="0" indent="0">
              <a:spcBef>
                <a:spcPct val="0"/>
              </a:spcBef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66AD8-BC4A-4004-9882-414398D930CA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2C864-9362-43C7-A136-D9C41D93A96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Picture Placeholder 9"/>
          <p:cNvSpPr>
            <a:spLocks noGrp="1"/>
          </p:cNvSpPr>
          <p:nvPr>
            <p:ph type="pic" sz="quarter" idx="15"/>
          </p:nvPr>
        </p:nvSpPr>
        <p:spPr>
          <a:xfrm rot="232774">
            <a:off x="2248157" y="564564"/>
            <a:ext cx="4653577" cy="3072384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Pictures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762374"/>
            <a:ext cx="7315200" cy="1162050"/>
          </a:xfrm>
        </p:spPr>
        <p:txBody>
          <a:bodyPr tIns="0" bIns="0" anchor="b"/>
          <a:lstStyle>
            <a:lvl1pPr algn="l">
              <a:lnSpc>
                <a:spcPts val="46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3" name="Group 13"/>
          <p:cNvGrpSpPr/>
          <p:nvPr/>
        </p:nvGrpSpPr>
        <p:grpSpPr>
          <a:xfrm rot="21420000">
            <a:off x="113687" y="116368"/>
            <a:ext cx="3969060" cy="3705360"/>
            <a:chOff x="1524000" y="381000"/>
            <a:chExt cx="3657600" cy="4737978"/>
          </a:xfrm>
        </p:grpSpPr>
        <p:sp>
          <p:nvSpPr>
            <p:cNvPr id="15" name="Rectangle 14"/>
            <p:cNvSpPr/>
            <p:nvPr userDrawn="1"/>
          </p:nvSpPr>
          <p:spPr>
            <a:xfrm>
              <a:off x="1524000" y="381000"/>
              <a:ext cx="3657600" cy="4724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1524000" y="381000"/>
              <a:ext cx="3657600" cy="4737978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5000">
                  <a:schemeClr val="bg1">
                    <a:alpha val="75000"/>
                  </a:schemeClr>
                </a:gs>
                <a:gs pos="100000">
                  <a:schemeClr val="bg1"/>
                </a:gs>
                <a:gs pos="100000">
                  <a:schemeClr val="bg1"/>
                </a:gs>
              </a:gsLst>
              <a:path path="rect">
                <a:fillToRect r="100000" b="100000"/>
              </a:path>
              <a:tileRect l="-100000" t="-100000"/>
            </a:gradFill>
            <a:ln>
              <a:noFill/>
            </a:ln>
            <a:effectLst>
              <a:innerShdw blurRad="190500" dist="88900" dir="13500000">
                <a:schemeClr val="bg1">
                  <a:lumMod val="65000"/>
                  <a:alpha val="25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7" name="Picture Placeholder 9"/>
          <p:cNvSpPr>
            <a:spLocks noGrp="1"/>
          </p:cNvSpPr>
          <p:nvPr>
            <p:ph type="pic" sz="quarter" idx="17"/>
          </p:nvPr>
        </p:nvSpPr>
        <p:spPr>
          <a:xfrm rot="21420000">
            <a:off x="299151" y="304998"/>
            <a:ext cx="3598455" cy="3334235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Drag picture to placeholder or click icon to add</a:t>
            </a:r>
            <a:endParaRPr/>
          </a:p>
        </p:txBody>
      </p:sp>
      <p:grpSp>
        <p:nvGrpSpPr>
          <p:cNvPr id="8" name="Group 9"/>
          <p:cNvGrpSpPr/>
          <p:nvPr/>
        </p:nvGrpSpPr>
        <p:grpSpPr>
          <a:xfrm rot="360000">
            <a:off x="4165479" y="323141"/>
            <a:ext cx="4792693" cy="3443312"/>
            <a:chOff x="1524000" y="381000"/>
            <a:chExt cx="3657600" cy="4737978"/>
          </a:xfrm>
        </p:grpSpPr>
        <p:sp>
          <p:nvSpPr>
            <p:cNvPr id="11" name="Rectangle 10"/>
            <p:cNvSpPr/>
            <p:nvPr userDrawn="1"/>
          </p:nvSpPr>
          <p:spPr>
            <a:xfrm>
              <a:off x="1524000" y="381000"/>
              <a:ext cx="3657600" cy="4724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1524000" y="381000"/>
              <a:ext cx="3657600" cy="4737978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5000">
                  <a:schemeClr val="bg1">
                    <a:alpha val="75000"/>
                  </a:schemeClr>
                </a:gs>
                <a:gs pos="100000">
                  <a:schemeClr val="bg1"/>
                </a:gs>
                <a:gs pos="100000">
                  <a:schemeClr val="bg1"/>
                </a:gs>
              </a:gsLst>
              <a:path path="rect">
                <a:fillToRect r="100000" b="100000"/>
              </a:path>
              <a:tileRect l="-100000" t="-100000"/>
            </a:gradFill>
            <a:ln>
              <a:noFill/>
            </a:ln>
            <a:effectLst>
              <a:innerShdw blurRad="190500" dist="88900" dir="13500000">
                <a:schemeClr val="bg1">
                  <a:lumMod val="65000"/>
                  <a:alpha val="25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Picture Placeholder 9"/>
          <p:cNvSpPr>
            <a:spLocks noGrp="1"/>
          </p:cNvSpPr>
          <p:nvPr>
            <p:ph type="pic" sz="quarter" idx="16"/>
          </p:nvPr>
        </p:nvSpPr>
        <p:spPr>
          <a:xfrm rot="360000">
            <a:off x="4336486" y="507668"/>
            <a:ext cx="4432860" cy="3072384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926106"/>
            <a:ext cx="7315200" cy="990600"/>
          </a:xfrm>
        </p:spPr>
        <p:txBody>
          <a:bodyPr/>
          <a:lstStyle>
            <a:lvl1pPr marL="0" indent="0">
              <a:spcBef>
                <a:spcPct val="0"/>
              </a:spcBef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66AD8-BC4A-4004-9882-414398D930CA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2C864-9362-43C7-A136-D9C41D93A9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66AD8-BC4A-4004-9882-414398D930CA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2C864-9362-43C7-A136-D9C41D93A9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551682" y="450851"/>
            <a:ext cx="846083" cy="5357812"/>
          </a:xfrm>
        </p:spPr>
        <p:txBody>
          <a:bodyPr vert="eaVert" anchor="t" anchorCtr="0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450851"/>
            <a:ext cx="5943600" cy="5357812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66AD8-BC4A-4004-9882-414398D930CA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2C864-9362-43C7-A136-D9C41D93A9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8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7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6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503238"/>
            <a:ext cx="7313613" cy="8683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735138"/>
            <a:ext cx="7313613" cy="40560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63438" y="6314461"/>
            <a:ext cx="1295400" cy="2650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  <a:latin typeface="Rockwell" pitchFamily="18" charset="0"/>
              </a:defRPr>
            </a:lvl1pPr>
          </a:lstStyle>
          <a:p>
            <a:fld id="{2DF66AD8-BC4A-4004-9882-414398D930CA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2607" y="6305797"/>
            <a:ext cx="3717967" cy="2592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  <a:latin typeface="Rockwell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21388" y="5476097"/>
            <a:ext cx="1483056" cy="8518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00">
                <a:gradFill>
                  <a:gsLst>
                    <a:gs pos="0">
                      <a:schemeClr val="tx1">
                        <a:alpha val="10000"/>
                      </a:schemeClr>
                    </a:gs>
                    <a:gs pos="100000">
                      <a:schemeClr val="tx1">
                        <a:alpha val="10000"/>
                      </a:schemeClr>
                    </a:gs>
                  </a:gsLst>
                  <a:lin ang="5400000" scaled="0"/>
                </a:gradFill>
                <a:latin typeface="Impact" pitchFamily="34" charset="0"/>
              </a:defRPr>
            </a:lvl1pPr>
          </a:lstStyle>
          <a:p>
            <a:fld id="{B9D2C864-9362-43C7-A136-D9C41D93A96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txStyles>
    <p:titleStyle>
      <a:lvl1pPr algn="ctr" defTabSz="914400" rtl="0" eaLnBrk="1" latinLnBrk="0" hangingPunct="1">
        <a:spcBef>
          <a:spcPct val="0"/>
        </a:spcBef>
        <a:buNone/>
        <a:defRPr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63550" indent="-463550" algn="l" defTabSz="914400" rtl="0" eaLnBrk="1" latinLnBrk="0" hangingPunct="1">
        <a:spcBef>
          <a:spcPts val="2000"/>
        </a:spcBef>
        <a:buSzPct val="90000"/>
        <a:buFontTx/>
        <a:buBlip>
          <a:blip r:embed="rId22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SzPct val="90000"/>
        <a:buFontTx/>
        <a:buBlip>
          <a:blip r:embed="rId23"/>
        </a:buBlip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255713" indent="-341313" algn="l" defTabSz="914400" rtl="0" eaLnBrk="1" latinLnBrk="0" hangingPunct="1">
        <a:spcBef>
          <a:spcPts val="600"/>
        </a:spcBef>
        <a:buSzPct val="90000"/>
        <a:buFontTx/>
        <a:buBlip>
          <a:blip r:embed="rId24"/>
        </a:buBlip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7025" indent="-341313" algn="l" defTabSz="914400" rtl="0" eaLnBrk="1" latinLnBrk="0" hangingPunct="1">
        <a:spcBef>
          <a:spcPts val="600"/>
        </a:spcBef>
        <a:buSzPct val="90000"/>
        <a:buFontTx/>
        <a:buBlip>
          <a:blip r:embed="rId24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938338" indent="-341313" algn="l" defTabSz="914400" rtl="0" eaLnBrk="1" latinLnBrk="0" hangingPunct="1">
        <a:spcBef>
          <a:spcPts val="600"/>
        </a:spcBef>
        <a:buSzPct val="90000"/>
        <a:buFontTx/>
        <a:buBlip>
          <a:blip r:embed="rId24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ct val="20000"/>
        </a:spcBef>
        <a:buSzPct val="90000"/>
        <a:buFontTx/>
        <a:buBlip>
          <a:blip r:embed="rId22"/>
        </a:buBlip>
        <a:defRPr lang="en-US" sz="18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ct val="20000"/>
        </a:spcBef>
        <a:buSzPct val="90000"/>
        <a:buFontTx/>
        <a:buBlip>
          <a:blip r:embed="rId24"/>
        </a:buBlip>
        <a:defRPr lang="en-US" sz="18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ct val="20000"/>
        </a:spcBef>
        <a:buSzPct val="90000"/>
        <a:buFontTx/>
        <a:buBlip>
          <a:blip r:embed="rId22"/>
        </a:buBlip>
        <a:defRPr lang="en-US" sz="18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ct val="20000"/>
        </a:spcBef>
        <a:buSzPct val="90000"/>
        <a:buFontTx/>
        <a:buBlip>
          <a:blip r:embed="rId23"/>
        </a:buBlip>
        <a:defRPr lang="en-US" sz="1800" kern="1200" dirty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31534" y="3105648"/>
            <a:ext cx="6477001" cy="646704"/>
          </a:xfrm>
        </p:spPr>
        <p:txBody>
          <a:bodyPr/>
          <a:lstStyle/>
          <a:p>
            <a:pPr>
              <a:lnSpc>
                <a:spcPct val="80000"/>
              </a:lnSpc>
            </a:pPr>
            <a:br>
              <a:rPr lang="en-US" sz="5400" dirty="0"/>
            </a:br>
            <a:br>
              <a:rPr lang="en-US" sz="5400" dirty="0"/>
            </a:br>
            <a:br>
              <a:rPr lang="en-US" sz="5400" dirty="0"/>
            </a:br>
            <a:r>
              <a:rPr lang="en-US" sz="5400" dirty="0"/>
              <a:t>Deep Looking: Unpacking</a:t>
            </a:r>
            <a:br>
              <a:rPr lang="en-US" sz="5400" dirty="0"/>
            </a:br>
            <a:r>
              <a:rPr lang="en-US" sz="5400" dirty="0"/>
              <a:t>Amelia Island with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31535" y="4394588"/>
            <a:ext cx="6477000" cy="1174088"/>
          </a:xfrm>
        </p:spPr>
        <p:txBody>
          <a:bodyPr>
            <a:normAutofit/>
          </a:bodyPr>
          <a:lstStyle/>
          <a:p>
            <a:pPr>
              <a:lnSpc>
                <a:spcPct val="70000"/>
              </a:lnSpc>
            </a:pPr>
            <a:r>
              <a:rPr lang="en-US" dirty="0"/>
              <a:t>Paul Fishwick</a:t>
            </a:r>
            <a:endParaRPr lang="en-US" sz="2000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C10CFD-D440-B4B9-D0A5-CC4DFE94C6C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429000"/>
            <a:ext cx="4339021" cy="325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6604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5BCA7C-258B-B884-F2EC-DF50A5411D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21425"/>
            <a:ext cx="9147230" cy="5016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653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AA90A-E966-6B9E-C096-8DFF8DBCA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475142-63A6-A447-6038-61F182BA9E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Programmer and Systems Analyst, Newport News Shipbuilding, NASA Langley Research Ctr. (1978-1983)</a:t>
            </a:r>
          </a:p>
          <a:p>
            <a:r>
              <a:rPr lang="en-US" dirty="0"/>
              <a:t>Faculty, University of Florida, Computer &amp; Info. Science (1986-2012)</a:t>
            </a:r>
          </a:p>
          <a:p>
            <a:r>
              <a:rPr lang="en-US" dirty="0"/>
              <a:t>Faculty, University of Texas at Dallas, Arts, Humanities, and Technology &amp; Computer Science (2012-2022)</a:t>
            </a:r>
          </a:p>
          <a:p>
            <a:r>
              <a:rPr lang="en-US" dirty="0"/>
              <a:t>Retired and CEO </a:t>
            </a:r>
            <a:r>
              <a:rPr lang="en-US" dirty="0" err="1"/>
              <a:t>Metaphorz</a:t>
            </a:r>
            <a:r>
              <a:rPr lang="en-US" dirty="0"/>
              <a:t>, LLC, Florida Hurricane and Flood Model Auditing</a:t>
            </a:r>
          </a:p>
        </p:txBody>
      </p:sp>
    </p:spTree>
    <p:extLst>
      <p:ext uri="{BB962C8B-B14F-4D97-AF65-F5344CB8AC3E}">
        <p14:creationId xmlns:p14="http://schemas.microsoft.com/office/powerpoint/2010/main" val="3258558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BFB3B7-F44D-E461-D9A9-1AD7A9A68A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965" y="354724"/>
            <a:ext cx="8198069" cy="6148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789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C83F8-1719-17DF-8464-CA5061C06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 Looking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ADA33-03E4-97D9-E915-C4A255FE47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Attention: Look carefully and be curious. Have a growth mind set</a:t>
            </a:r>
          </a:p>
          <a:p>
            <a:r>
              <a:rPr lang="en-US" dirty="0"/>
              <a:t>Seek out experts and social groups</a:t>
            </a:r>
          </a:p>
          <a:p>
            <a:r>
              <a:rPr lang="en-US" dirty="0">
                <a:highlight>
                  <a:srgbClr val="FFFF00"/>
                </a:highlight>
              </a:rPr>
              <a:t>Pick one item per day. Ask “how is history related to this?”</a:t>
            </a:r>
          </a:p>
          <a:p>
            <a:r>
              <a:rPr lang="en-US" dirty="0"/>
              <a:t>Use role playing: ask an expert, or ask a character</a:t>
            </a:r>
          </a:p>
          <a:p>
            <a:pPr lvl="1"/>
            <a:r>
              <a:rPr lang="en-US" dirty="0"/>
              <a:t>What would Pip from Great Expectations think of Egans Creek?</a:t>
            </a:r>
          </a:p>
          <a:p>
            <a:pPr lvl="1"/>
            <a:r>
              <a:rPr lang="en-US" dirty="0"/>
              <a:t>Ask Frank Lloyd Wright about the Williams House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3353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50C73-92DF-4883-DFF9-B6C4893C4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Nana Dune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3D0F33-0254-266F-376B-686B041B48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006" y="1173162"/>
            <a:ext cx="77724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5989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C0B8A4E-AFC8-F16D-6A26-F08D55E56460}"/>
              </a:ext>
            </a:extLst>
          </p:cNvPr>
          <p:cNvSpPr txBox="1"/>
          <p:nvPr/>
        </p:nvSpPr>
        <p:spPr>
          <a:xfrm>
            <a:off x="2188956" y="4344586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dune as system people try to control</a:t>
            </a:r>
          </a:p>
          <a:p>
            <a:r>
              <a:rPr lang="en-US" dirty="0"/>
              <a:t>dune as ecological power</a:t>
            </a:r>
          </a:p>
          <a:p>
            <a:r>
              <a:rPr lang="en-US" dirty="0"/>
              <a:t>dune as warning about engineering nature</a:t>
            </a:r>
          </a:p>
          <a:p>
            <a:r>
              <a:rPr lang="en-US" dirty="0"/>
              <a:t>dune as politics hidden inside landscape</a:t>
            </a:r>
          </a:p>
        </p:txBody>
      </p:sp>
      <p:pic>
        <p:nvPicPr>
          <p:cNvPr id="5" name="Picture 4" descr="Photo">
            <a:extLst>
              <a:ext uri="{FF2B5EF4-FFF2-40B4-BE49-F238E27FC236}">
                <a16:creationId xmlns:a16="http://schemas.microsoft.com/office/drawing/2014/main" id="{C620A65F-8614-4A8A-2E8F-AE7AB91BE2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3039" y="294258"/>
            <a:ext cx="4736942" cy="31347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F1FC41-B15A-7C96-BBA1-F81DB1C25D8B}"/>
              </a:ext>
            </a:extLst>
          </p:cNvPr>
          <p:cNvSpPr txBox="1"/>
          <p:nvPr/>
        </p:nvSpPr>
        <p:spPr>
          <a:xfrm>
            <a:off x="2273039" y="3431626"/>
            <a:ext cx="30331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Oregon Dunes, Daniel W. Bates, Photographer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1C3491-023F-1C4D-8FB0-27E995CCD534}"/>
              </a:ext>
            </a:extLst>
          </p:cNvPr>
          <p:cNvSpPr txBox="1"/>
          <p:nvPr/>
        </p:nvSpPr>
        <p:spPr>
          <a:xfrm>
            <a:off x="2188956" y="3975254"/>
            <a:ext cx="35117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Inspiration for Dune, Frank Herbert</a:t>
            </a:r>
          </a:p>
        </p:txBody>
      </p:sp>
    </p:spTree>
    <p:extLst>
      <p:ext uri="{BB962C8B-B14F-4D97-AF65-F5344CB8AC3E}">
        <p14:creationId xmlns:p14="http://schemas.microsoft.com/office/powerpoint/2010/main" val="381118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8C360-9FF5-91CA-B7AE-F19C9B72F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MaVynee</a:t>
            </a:r>
            <a:r>
              <a:rPr lang="en-US" dirty="0"/>
              <a:t> Betsch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666296-10EA-EDFD-247D-3D1EEC1C2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913" y="1371600"/>
            <a:ext cx="4203405" cy="52794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504D9F1-7D25-B107-C712-5B969D239220}"/>
              </a:ext>
            </a:extLst>
          </p:cNvPr>
          <p:cNvSpPr txBox="1"/>
          <p:nvPr/>
        </p:nvSpPr>
        <p:spPr>
          <a:xfrm>
            <a:off x="4398580" y="3088008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33333"/>
                </a:solidFill>
                <a:effectLst/>
              </a:rPr>
              <a:t>She told us “</a:t>
            </a:r>
            <a:r>
              <a:rPr lang="en-US" b="0" i="0" dirty="0" err="1">
                <a:solidFill>
                  <a:srgbClr val="333333"/>
                </a:solidFill>
                <a:effectLst/>
              </a:rPr>
              <a:t>NaNa</a:t>
            </a:r>
            <a:r>
              <a:rPr lang="en-US" b="0" i="0" dirty="0">
                <a:solidFill>
                  <a:srgbClr val="333333"/>
                </a:solidFill>
                <a:effectLst/>
              </a:rPr>
              <a:t> was more than just an ecologically important sand-dune, </a:t>
            </a:r>
            <a:r>
              <a:rPr lang="en-US" b="0" i="0" dirty="0" err="1">
                <a:solidFill>
                  <a:srgbClr val="333333"/>
                </a:solidFill>
                <a:effectLst/>
              </a:rPr>
              <a:t>NaNa</a:t>
            </a:r>
            <a:r>
              <a:rPr lang="en-US" b="0" i="0" dirty="0">
                <a:solidFill>
                  <a:srgbClr val="333333"/>
                </a:solidFill>
                <a:effectLst/>
              </a:rPr>
              <a:t> was culturally significant as well.” 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B9A775-7F8A-74CE-DDF2-1E852E2D9EDF}"/>
              </a:ext>
            </a:extLst>
          </p:cNvPr>
          <p:cNvSpPr txBox="1"/>
          <p:nvPr/>
        </p:nvSpPr>
        <p:spPr>
          <a:xfrm>
            <a:off x="4483318" y="5375173"/>
            <a:ext cx="36445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Lauri DeGaris, Fernandina Observer, </a:t>
            </a:r>
          </a:p>
          <a:p>
            <a:r>
              <a:rPr lang="en-US" dirty="0"/>
              <a:t>Sept. 4, 2024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833BB4-DFBE-A2F0-6897-058EAD3825D9}"/>
              </a:ext>
            </a:extLst>
          </p:cNvPr>
          <p:cNvSpPr txBox="1"/>
          <p:nvPr/>
        </p:nvSpPr>
        <p:spPr>
          <a:xfrm>
            <a:off x="4398580" y="4099269"/>
            <a:ext cx="42356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MaVynee</a:t>
            </a:r>
            <a:r>
              <a:rPr lang="en-US" dirty="0"/>
              <a:t> vowed, “I will never allow another </a:t>
            </a:r>
          </a:p>
          <a:p>
            <a:r>
              <a:rPr lang="en-US" dirty="0"/>
              <a:t>nine holes of golf course to replace </a:t>
            </a:r>
            <a:r>
              <a:rPr lang="en-US" dirty="0" err="1"/>
              <a:t>NaNa</a:t>
            </a:r>
            <a:r>
              <a:rPr lang="en-US" dirty="0"/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14752928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60076C-D4B9-B6A4-E616-30ECCAD526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36392"/>
            <a:ext cx="9067080" cy="4150008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337026B-0E82-B690-BE31-7C2B32355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Knowledge Model</a:t>
            </a:r>
          </a:p>
        </p:txBody>
      </p:sp>
    </p:spTree>
    <p:extLst>
      <p:ext uri="{BB962C8B-B14F-4D97-AF65-F5344CB8AC3E}">
        <p14:creationId xmlns:p14="http://schemas.microsoft.com/office/powerpoint/2010/main" val="32105096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E01C10-0AE4-E788-6ED5-0A07F47107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5950" y="0"/>
            <a:ext cx="65921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9301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40ECDD-B90F-0153-69CD-29DCCF53AD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166" y="156342"/>
            <a:ext cx="8328438" cy="60381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6546FC-75F7-B613-603C-A58124570742}"/>
              </a:ext>
            </a:extLst>
          </p:cNvPr>
          <p:cNvSpPr txBox="1"/>
          <p:nvPr/>
        </p:nvSpPr>
        <p:spPr>
          <a:xfrm>
            <a:off x="847093" y="6194460"/>
            <a:ext cx="64776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Jacob van Ruisdael: A Dune Landscape with a Distant View of Haarlem, 1652</a:t>
            </a:r>
          </a:p>
        </p:txBody>
      </p:sp>
    </p:spTree>
    <p:extLst>
      <p:ext uri="{BB962C8B-B14F-4D97-AF65-F5344CB8AC3E}">
        <p14:creationId xmlns:p14="http://schemas.microsoft.com/office/powerpoint/2010/main" val="36341854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EB1B1-CC64-11C1-D22B-0BBEF9E18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Williams House, 1856</a:t>
            </a:r>
          </a:p>
        </p:txBody>
      </p:sp>
      <p:pic>
        <p:nvPicPr>
          <p:cNvPr id="3" name="Picture 2" descr="Photo of beautiful property">
            <a:extLst>
              <a:ext uri="{FF2B5EF4-FFF2-40B4-BE49-F238E27FC236}">
                <a16:creationId xmlns:a16="http://schemas.microsoft.com/office/drawing/2014/main" id="{8E010559-56C5-3B2B-65F0-E485CF3A58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084" y="1277006"/>
            <a:ext cx="7480244" cy="49831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39E5547-2E50-8514-B75D-67CFF2E8B4EE}"/>
              </a:ext>
            </a:extLst>
          </p:cNvPr>
          <p:cNvSpPr txBox="1"/>
          <p:nvPr/>
        </p:nvSpPr>
        <p:spPr>
          <a:xfrm>
            <a:off x="3550734" y="6260168"/>
            <a:ext cx="1912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williamshouse.com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63184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0D96AD7-BD66-C780-4DB8-A0EFAE3F6B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94" y="452921"/>
            <a:ext cx="8916611" cy="595215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75CC346-08B0-C145-8681-FAA01ED76B06}"/>
              </a:ext>
            </a:extLst>
          </p:cNvPr>
          <p:cNvSpPr txBox="1"/>
          <p:nvPr/>
        </p:nvSpPr>
        <p:spPr>
          <a:xfrm>
            <a:off x="4193627" y="1582353"/>
            <a:ext cx="13491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Marcellus Williams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4FA39A-9EF5-6A1B-1A40-D6A85AA47E3C}"/>
              </a:ext>
            </a:extLst>
          </p:cNvPr>
          <p:cNvSpPr txBox="1"/>
          <p:nvPr/>
        </p:nvSpPr>
        <p:spPr>
          <a:xfrm>
            <a:off x="3708238" y="1305354"/>
            <a:ext cx="18345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Bostonian: unknown name</a:t>
            </a:r>
          </a:p>
        </p:txBody>
      </p:sp>
    </p:spTree>
    <p:extLst>
      <p:ext uri="{BB962C8B-B14F-4D97-AF65-F5344CB8AC3E}">
        <p14:creationId xmlns:p14="http://schemas.microsoft.com/office/powerpoint/2010/main" val="2338248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3EC812-0332-28E4-79F3-891BF7E83F0B}"/>
              </a:ext>
            </a:extLst>
          </p:cNvPr>
          <p:cNvSpPr txBox="1"/>
          <p:nvPr/>
        </p:nvSpPr>
        <p:spPr>
          <a:xfrm>
            <a:off x="2543504" y="2123090"/>
            <a:ext cx="4572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YOU CAN LEARN HISTORY</a:t>
            </a:r>
          </a:p>
          <a:p>
            <a:r>
              <a:rPr lang="en-US" sz="3600" dirty="0"/>
              <a:t>BY SOLVING AI PUZZLES</a:t>
            </a:r>
          </a:p>
        </p:txBody>
      </p:sp>
    </p:spTree>
    <p:extLst>
      <p:ext uri="{BB962C8B-B14F-4D97-AF65-F5344CB8AC3E}">
        <p14:creationId xmlns:p14="http://schemas.microsoft.com/office/powerpoint/2010/main" val="12028074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0B4A0E4-4D60-F19F-F989-FA7993C4D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193" y="269164"/>
            <a:ext cx="7313613" cy="868362"/>
          </a:xfrm>
        </p:spPr>
        <p:txBody>
          <a:bodyPr/>
          <a:lstStyle/>
          <a:p>
            <a:r>
              <a:rPr lang="en-US" dirty="0"/>
              <a:t>3D Mesh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8577B5-2410-5028-A5FC-A8FF7C6DBD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654" y="0"/>
            <a:ext cx="69826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3546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0CD20A-52CE-A9ED-62D9-69FF8D378F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15226"/>
            <a:ext cx="9143667" cy="642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292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537529B-0135-B9F8-C9A5-46FCFA504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49" y="273472"/>
            <a:ext cx="8921702" cy="63110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2F468AC-3CE4-87C0-69D6-BA8DD2DE57C2}"/>
              </a:ext>
            </a:extLst>
          </p:cNvPr>
          <p:cNvSpPr txBox="1"/>
          <p:nvPr/>
        </p:nvSpPr>
        <p:spPr>
          <a:xfrm>
            <a:off x="5192110" y="6085490"/>
            <a:ext cx="3472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Dickie Anderson, Fernandina Observer, Feb. 19, 2025</a:t>
            </a:r>
          </a:p>
        </p:txBody>
      </p:sp>
    </p:spTree>
    <p:extLst>
      <p:ext uri="{BB962C8B-B14F-4D97-AF65-F5344CB8AC3E}">
        <p14:creationId xmlns:p14="http://schemas.microsoft.com/office/powerpoint/2010/main" val="24239164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4730F-DDCB-6709-167F-C1494AE86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Poetry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4E5628-7378-86FF-B693-926169AA57A0}"/>
              </a:ext>
            </a:extLst>
          </p:cNvPr>
          <p:cNvSpPr txBox="1"/>
          <p:nvPr/>
        </p:nvSpPr>
        <p:spPr>
          <a:xfrm>
            <a:off x="1773620" y="1693802"/>
            <a:ext cx="5596759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In the manner of Emily Dickinson</a:t>
            </a:r>
          </a:p>
          <a:p>
            <a:pPr algn="l">
              <a:buNone/>
            </a:pPr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A House remembers more than We </a:t>
            </a:r>
          </a:p>
          <a:p>
            <a:pPr algn="l">
              <a:buNone/>
            </a:pPr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The Foot upon the Stair </a:t>
            </a:r>
          </a:p>
          <a:p>
            <a:pPr algn="l">
              <a:buNone/>
            </a:pPr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A Surveyor’s flight a Soldier’s boot — </a:t>
            </a:r>
          </a:p>
          <a:p>
            <a:pPr algn="l">
              <a:buNone/>
            </a:pPr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Both lodged — in Cedar — there —</a:t>
            </a:r>
          </a:p>
          <a:p>
            <a:pPr algn="l">
              <a:buNone/>
            </a:pPr>
            <a:endParaRPr lang="en-US" b="0" i="0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pPr algn="l">
              <a:buNone/>
            </a:pPr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The War came knocking — soft as Rain </a:t>
            </a:r>
          </a:p>
          <a:p>
            <a:pPr algn="l">
              <a:buNone/>
            </a:pPr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And asked to be let in </a:t>
            </a:r>
          </a:p>
          <a:p>
            <a:pPr algn="l">
              <a:buNone/>
            </a:pPr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The Walls said nothing being Walls </a:t>
            </a:r>
          </a:p>
          <a:p>
            <a:pPr algn="l">
              <a:buNone/>
            </a:pPr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But kept it like a sin</a:t>
            </a:r>
          </a:p>
          <a:p>
            <a:pPr algn="l">
              <a:buNone/>
            </a:pPr>
            <a:endParaRPr lang="en-US" b="0" i="0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pPr algn="l">
              <a:buNone/>
            </a:pPr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Beneath the Dining-Room a Door </a:t>
            </a:r>
          </a:p>
          <a:p>
            <a:pPr algn="l">
              <a:buNone/>
            </a:pPr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Or so the Stories say </a:t>
            </a:r>
          </a:p>
          <a:p>
            <a:pPr algn="l">
              <a:buNone/>
            </a:pPr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A House can hold a Secret close </a:t>
            </a:r>
          </a:p>
          <a:p>
            <a:pPr algn="l">
              <a:buNone/>
            </a:pPr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When Witnesses decay </a:t>
            </a:r>
          </a:p>
        </p:txBody>
      </p:sp>
    </p:spTree>
    <p:extLst>
      <p:ext uri="{BB962C8B-B14F-4D97-AF65-F5344CB8AC3E}">
        <p14:creationId xmlns:p14="http://schemas.microsoft.com/office/powerpoint/2010/main" val="36877091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0A5D982-CD6B-FE4F-9171-5C4FDE966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932" y="658497"/>
            <a:ext cx="7857944" cy="517474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ABDE5B9-07DE-40D4-553E-8EE19246D156}"/>
              </a:ext>
            </a:extLst>
          </p:cNvPr>
          <p:cNvSpPr txBox="1"/>
          <p:nvPr/>
        </p:nvSpPr>
        <p:spPr>
          <a:xfrm>
            <a:off x="3731172" y="6014837"/>
            <a:ext cx="12572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Magic Trick</a:t>
            </a:r>
          </a:p>
        </p:txBody>
      </p:sp>
    </p:spTree>
    <p:extLst>
      <p:ext uri="{BB962C8B-B14F-4D97-AF65-F5344CB8AC3E}">
        <p14:creationId xmlns:p14="http://schemas.microsoft.com/office/powerpoint/2010/main" val="9895516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F0AA3E-C5FF-3802-0320-C6081407E9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117" y="375088"/>
            <a:ext cx="8143765" cy="6107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2549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1D61D1-904E-C9F1-FF52-03DF7140D7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8495" y="144079"/>
            <a:ext cx="4927381" cy="6569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6671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DD70E0-77A5-EE52-AD2A-6E2A5E1583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738" y="524639"/>
            <a:ext cx="4139105" cy="55188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F69959-8693-923B-09E5-23D6C33BD5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524639"/>
            <a:ext cx="4139105" cy="5518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1569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D30E74-C466-67E3-1B2C-DAB32FBAAA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311" y="694558"/>
            <a:ext cx="7613261" cy="5468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4974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39EB3F8-9E03-86E9-5A8E-B4A4813183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080" y="1142343"/>
            <a:ext cx="8839840" cy="4817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9925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C3C391-945B-C8F9-1CEC-A9CFC88F29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83" y="282355"/>
            <a:ext cx="8473233" cy="6293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3851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rtclinch_full">
            <a:hlinkClick r:id="" action="ppaction://media"/>
            <a:extLst>
              <a:ext uri="{FF2B5EF4-FFF2-40B4-BE49-F238E27FC236}">
                <a16:creationId xmlns:a16="http://schemas.microsoft.com/office/drawing/2014/main" id="{DDF34593-B9EE-8C02-112C-F232B762716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60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3167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F009A01-C5C9-6BA1-6B9E-734B20C187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143000" y="857250"/>
            <a:ext cx="6858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9756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522B2-C90F-336B-D480-173FC4988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Takeaway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DF2D2-2680-7DB0-786D-856F651191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item per day. Look closely (5 mins). Adopt the growth mindset. Ask many questions. A group setting is perfect.</a:t>
            </a:r>
          </a:p>
          <a:p>
            <a:r>
              <a:rPr lang="en-US" dirty="0"/>
              <a:t>Ask “how does history relate to this?”</a:t>
            </a:r>
          </a:p>
          <a:p>
            <a:r>
              <a:rPr lang="en-US" dirty="0"/>
              <a:t>Try role play or subjects (art, science)</a:t>
            </a:r>
          </a:p>
          <a:p>
            <a:r>
              <a:rPr lang="en-US" dirty="0"/>
              <a:t>Be wary and critical of AI results. Treat as a puzzle leading surfacing new historical knowledge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4654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theme/theme1.xml><?xml version="1.0" encoding="utf-8"?>
<a:theme xmlns:a="http://schemas.openxmlformats.org/drawingml/2006/main" name="Inkwell">
  <a:themeElements>
    <a:clrScheme name="Inkwell">
      <a:dk1>
        <a:sysClr val="windowText" lastClr="000000"/>
      </a:dk1>
      <a:lt1>
        <a:sysClr val="window" lastClr="FFFFFF"/>
      </a:lt1>
      <a:dk2>
        <a:srgbClr val="584D2E"/>
      </a:dk2>
      <a:lt2>
        <a:srgbClr val="EFE7C3"/>
      </a:lt2>
      <a:accent1>
        <a:srgbClr val="860908"/>
      </a:accent1>
      <a:accent2>
        <a:srgbClr val="4A0505"/>
      </a:accent2>
      <a:accent3>
        <a:srgbClr val="7A500A"/>
      </a:accent3>
      <a:accent4>
        <a:srgbClr val="C47810"/>
      </a:accent4>
      <a:accent5>
        <a:srgbClr val="827752"/>
      </a:accent5>
      <a:accent6>
        <a:srgbClr val="B5BB83"/>
      </a:accent6>
      <a:hlink>
        <a:srgbClr val="C47810"/>
      </a:hlink>
      <a:folHlink>
        <a:srgbClr val="F0A43A"/>
      </a:folHlink>
    </a:clrScheme>
    <a:fontScheme name="Inkwell">
      <a:majorFont>
        <a:latin typeface="Goudy Old Style"/>
        <a:ea typeface=""/>
        <a:cs typeface=""/>
        <a:font script="Jpan" typeface="ＭＳ 明朝"/>
        <a:font script="Hans" typeface="宋体"/>
        <a:font script="Hant" typeface="新細明體"/>
      </a:majorFont>
      <a:minorFont>
        <a:latin typeface="Goudy Old Style"/>
        <a:ea typeface=""/>
        <a:cs typeface=""/>
        <a:font script="Jpan" typeface="ＭＳ 明朝"/>
        <a:font script="Hans" typeface="宋体"/>
        <a:font script="Hant" typeface="新細明體"/>
      </a:minorFont>
    </a:fontScheme>
    <a:fmtScheme name="Inkwell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30000"/>
              </a:schemeClr>
              <a:schemeClr val="phClr">
                <a:alpha val="10000"/>
                <a:satMod val="120000"/>
              </a:schemeClr>
            </a:duotone>
          </a:blip>
          <a:stretch/>
        </a:blipFill>
        <a:blipFill rotWithShape="1">
          <a:blip xmlns:r="http://schemas.openxmlformats.org/officeDocument/2006/relationships" r:embed="rId2">
            <a:duotone>
              <a:schemeClr val="phClr">
                <a:shade val="30000"/>
                <a:satMod val="150000"/>
              </a:schemeClr>
              <a:schemeClr val="phClr">
                <a:alpha val="10000"/>
                <a:satMod val="120000"/>
              </a:schemeClr>
            </a:duotone>
          </a:blip>
          <a:stretch/>
        </a:blip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101600" dist="381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  <a:softEdge rad="25400"/>
          </a:effectLst>
        </a:effectStyle>
      </a:effectStyleLst>
      <a:bgFillStyleLst>
        <a:blipFill rotWithShape="1">
          <a:blip xmlns:r="http://schemas.openxmlformats.org/officeDocument/2006/relationships" r:embed="rId3"/>
          <a:stretch/>
        </a:blipFill>
        <a:blipFill rotWithShape="1">
          <a:blip xmlns:r="http://schemas.openxmlformats.org/officeDocument/2006/relationships" r:embed="rId4"/>
          <a:stretch/>
        </a:blipFill>
        <a:blipFill rotWithShape="1">
          <a:blip xmlns:r="http://schemas.openxmlformats.org/officeDocument/2006/relationships" r:embed="rId5"/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Inkwell.thmx</Template>
  <TotalTime>7391</TotalTime>
  <Words>434</Words>
  <Application>Microsoft Macintosh PowerPoint</Application>
  <PresentationFormat>On-screen Show (4:3)</PresentationFormat>
  <Paragraphs>59</Paragraphs>
  <Slides>28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Calibri</vt:lpstr>
      <vt:lpstr>Goudy Old Style</vt:lpstr>
      <vt:lpstr>Impact</vt:lpstr>
      <vt:lpstr>Open Sans</vt:lpstr>
      <vt:lpstr>Rockwell</vt:lpstr>
      <vt:lpstr>Inkwell</vt:lpstr>
      <vt:lpstr>   Deep Looking: Unpacking Amelia Island with AI</vt:lpstr>
      <vt:lpstr>PowerPoint Presentation</vt:lpstr>
      <vt:lpstr>My background</vt:lpstr>
      <vt:lpstr>PowerPoint Presentation</vt:lpstr>
      <vt:lpstr>Deep Looking</vt:lpstr>
      <vt:lpstr>Nana Dune</vt:lpstr>
      <vt:lpstr>PowerPoint Presentation</vt:lpstr>
      <vt:lpstr>MaVynee Betsch</vt:lpstr>
      <vt:lpstr>Knowledge Model</vt:lpstr>
      <vt:lpstr>PowerPoint Presentation</vt:lpstr>
      <vt:lpstr>PowerPoint Presentation</vt:lpstr>
      <vt:lpstr>Williams House, 1856</vt:lpstr>
      <vt:lpstr>PowerPoint Presentation</vt:lpstr>
      <vt:lpstr>PowerPoint Presentation</vt:lpstr>
      <vt:lpstr>3D Mesh</vt:lpstr>
      <vt:lpstr>PowerPoint Presentation</vt:lpstr>
      <vt:lpstr>PowerPoint Presentation</vt:lpstr>
      <vt:lpstr>Poetry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Takeaway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Seeing Computing in Everyday Objects</dc:title>
  <dc:creator>Paul Fishwick</dc:creator>
  <cp:lastModifiedBy>Fishwick, Paul</cp:lastModifiedBy>
  <cp:revision>205</cp:revision>
  <dcterms:created xsi:type="dcterms:W3CDTF">2014-02-21T04:57:55Z</dcterms:created>
  <dcterms:modified xsi:type="dcterms:W3CDTF">2026-06-18T15:10:20Z</dcterms:modified>
</cp:coreProperties>
</file>